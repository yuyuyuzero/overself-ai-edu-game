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81C5C">
              <a:alpha val="92000"/>
            </a:srgbClr>
          </a:solidFill>
          <a:ln w="12700">
            <a:solidFill>
              <a:srgbClr val="281C5C"/>
            </a:solidFill>
            <a:prstDash val="solid"/>
          </a:ln>
        </p:spPr>
      </p:sp>
      <p:pic>
        <p:nvPicPr>
          <p:cNvPr id="3" name="Image 0" descr="/Users/bytedance/Desktop/complement-game/demo/img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1005840" cy="100584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CDF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</a:t>
            </a:r>
            <a:pPr indent="0" marL="0">
              <a:buNone/>
            </a:pPr>
            <a:r>
              <a:rPr lang="en-US" sz="4800" b="1" dirty="0">
                <a:solidFill>
                  <a:srgbClr val="C9B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性格修炼手册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MBTI，体验另一面，解锁另一个你。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81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1C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MBTI 性格修炼手册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解锁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道情境题，得到四个字母、每一维的偏向，以及你的解锁方向和最像你的角色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解锁另一个你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解锁不是把 T 变成 F：另一面本来就在你身上，只是还没打开。Overself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测完不是结束，而是给你一个解锁方向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你的解锁方向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解锁 F「读懂人心」；F → 解锁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的解锁方向一并给出（即将上线）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测试结果页：类型、维度、解锁方向、推荐角色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1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5A4A9C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5A4A9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5A4A9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3A2B78"/>
          </a:solidFill>
          <a:ln w="12700">
            <a:solidFill>
              <a:srgbClr val="3A2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第一次的自然反应只用来看见"你这一型的习惯"；倒带后的那个选择，是你解锁出来的一种。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281C5C"/>
          </a:solidFill>
          <a:ln w="12700">
            <a:solidFill>
              <a:srgbClr val="281C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解锁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解锁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解锁、T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1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只是第一组，四个维度都要解锁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3C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解锁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解锁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解锁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解锁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解锁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解锁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解锁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解锁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4A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B7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分钟日常练习。测试结果页已经给出另外三维的解锁方向。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解锁故事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81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性格修炼手册 · Overself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MBTI 性格修炼手册（Overself）</dc:title>
  <dc:subject>PptxGenJS Presentation</dc:subject>
  <dc:creator>Overself</dc:creator>
  <cp:lastModifiedBy>Overself</cp:lastModifiedBy>
  <cp:revision>1</cp:revision>
  <dcterms:created xsi:type="dcterms:W3CDTF">2026-10-25T08:09:11Z</dcterms:created>
  <dcterms:modified xsi:type="dcterms:W3CDTF">2026-10-25T08:09:11Z</dcterms:modified>
</cp:coreProperties>
</file>