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2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2344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2344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for 人格成长 · 不做应试，做成长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分数之外，也要长成更好的人。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分数之外，人格的成长常常被搁在一边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十几年围着分数转。可走出考场以后，真正决定一个人过得好不好的，常常是另一些能力：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能不能读懂身边的人；能不能在情绪上头时稳住自己；能不能把一件砸过来的事拆开、解决掉。</a:t>
            </a:r>
            <a:endParaRPr lang="en-US" sz="1350" dirty="0"/>
          </a:p>
          <a:p>
            <a:pPr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这些能力没有考纲，也很少有人系统地教。我们不做应试产品——AI for 人格成长。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2011680" cy="3291840"/>
          </a:xfrm>
          <a:prstGeom prst="rect">
            <a:avLst/>
          </a:prstGeom>
          <a:solidFill>
            <a:srgbClr val="2C2A4A"/>
          </a:solidFill>
          <a:ln w="19050">
            <a:solidFill>
              <a:srgbClr val="4A8F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325880"/>
            <a:ext cx="20116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50876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偏理性的人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冷静、讲道理、会解决问题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容易卡住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道理都对，却读不懂人心；方案给早了，被听成冷漠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在这里学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读懂人心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75120" y="1325880"/>
            <a:ext cx="2011680" cy="3291840"/>
          </a:xfrm>
          <a:prstGeom prst="rect">
            <a:avLst/>
          </a:prstGeom>
          <a:solidFill>
            <a:srgbClr val="2C2A4A"/>
          </a:solidFill>
          <a:ln w="19050">
            <a:solidFill>
              <a:srgbClr val="F07C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0" y="1325880"/>
            <a:ext cx="20116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0876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偏感性的人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敏锐、体贴、懂别人的感受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容易卡住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感受很深，却被情绪带着走；情绪最高时做了收不回的决定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在这里学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稳住情绪，冷静解题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34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不用 MBTI 字母、不贴标签：每个人都有两面，只是压力下更习惯用其中一面。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我们要解决的问题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道理人人都懂，可到了那一刻，人只会用习惯的那一面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4754880" cy="267462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754880" cy="26746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41468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游戏截图：领舞说「不跳了」——情绪最高时，前半句（原因）被情绪滤镜模糊掉了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0" y="1417320"/>
            <a:ext cx="32004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0" y="1417320"/>
            <a:ext cx="73152" cy="105156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87568" y="1508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偏理性的人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87568" y="180136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知道"要共情"。可同学说"我不跳了"，脱口而出的是：「那就换人吧。」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0" y="2624328"/>
            <a:ext cx="32004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0" y="2624328"/>
            <a:ext cx="73152" cy="105156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87568" y="2715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偏感性的人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87568" y="300837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知道"要冷静"。可只听见"不跳了"四个字，掏出手机就要往 48 人的班群发长文。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0" y="3886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卡住人的从来不是知识，而是「那一刻的视角」。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我们的解法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同一句话，你先当说的人，再当听的人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920240" cy="1080135"/>
          </a:xfrm>
          <a:prstGeom prst="rect">
            <a:avLst/>
          </a:prstGeom>
          <a:solidFill>
            <a:srgbClr val="000000"/>
          </a:solidFill>
          <a:ln w="25400">
            <a:solidFill>
              <a:srgbClr val="F07C5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impul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1920240" cy="108013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经历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3017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用你习惯的方式做选择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77440" y="18288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2560320" y="1463040"/>
            <a:ext cx="1920240" cy="1080135"/>
          </a:xfrm>
          <a:prstGeom prst="rect">
            <a:avLst/>
          </a:prstGeom>
          <a:solidFill>
            <a:srgbClr val="000000"/>
          </a:solidFill>
          <a:ln w="25400">
            <a:solidFill>
              <a:srgbClr val="6B5B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3" name="Image 1" descr="/Users/bytedance/Desktop/complement-game/pitch/assets/c-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463040"/>
            <a:ext cx="1920240" cy="108013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镜面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2560320" y="3017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切进对方身体，听见「对方听到的」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480560" y="18288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4663440" y="1463040"/>
            <a:ext cx="1920240" cy="1080135"/>
          </a:xfrm>
          <a:prstGeom prst="rect">
            <a:avLst/>
          </a:prstGeom>
          <a:solidFill>
            <a:srgbClr val="000000"/>
          </a:solidFill>
          <a:ln w="25400">
            <a:solidFill>
              <a:srgbClr val="4A8F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8" name="Image 2" descr="/Users/bytedance/Desktop/complement-game/pitch/assets/c-repl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1920240" cy="108013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倒带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4663440" y="3017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回到那一刻，换一种做法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583680" y="18288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17"/>
          <p:cNvSpPr/>
          <p:nvPr/>
        </p:nvSpPr>
        <p:spPr>
          <a:xfrm>
            <a:off x="6766560" y="1463040"/>
            <a:ext cx="1920240" cy="1080135"/>
          </a:xfrm>
          <a:prstGeom prst="rect">
            <a:avLst/>
          </a:prstGeom>
          <a:solidFill>
            <a:srgbClr val="000000"/>
          </a:solidFill>
          <a:ln w="25400">
            <a:solidFill>
              <a:srgbClr val="F2C14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23" name="Image 3" descr="/Users/bytedance/Desktop/complement-game/pitch/assets/c-re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463040"/>
            <a:ext cx="1920240" cy="108013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6656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④ 复盘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766560" y="30175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 vs 倒带后，收技能卡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solidFill>
            <a:srgbClr val="2C2A4A"/>
          </a:solidFill>
          <a:ln w="12700">
            <a:solidFill>
              <a:srgbClr val="2C2A4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4008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倒带不扣分。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第一次的自然反应只用来复盘"你的习惯"；倒带后的那个选择，是你多出来的一种。不是把一种人变成另一种人，而是多一种选择。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73736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88720" y="173736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20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一段真实体验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校园篇《汇演前三天》第一章 · 约 15 分钟（推荐首玩）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元旦汇演前三天，领舞林可突然说不跳了。文艺委员苏小满（偏感性），班长陈屿（偏理性）。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以下画面全部是游戏实机截图。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1 · 情绪滤镜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情绪最高的时候，你听不见事实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120640" cy="288036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120640" cy="2880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0" y="1371600"/>
            <a:ext cx="2834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44475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林可的原话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小满……我每天六点前得去接我弟，排练老拖到七点……汇演我</a:t>
            </a:r>
            <a:pPr indent="0" marL="0">
              <a:buNone/>
            </a:pPr>
            <a:r>
              <a:rPr lang="en-US" sz="1100" b="1" dirty="0">
                <a:solidFill>
                  <a:srgbClr val="D9381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不跳了</a:t>
            </a:r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。你们</a:t>
            </a:r>
            <a:pPr indent="0" marL="0">
              <a:buNone/>
            </a:pPr>
            <a:r>
              <a:rPr lang="en-US" sz="1100" b="1" dirty="0">
                <a:solidFill>
                  <a:srgbClr val="D9381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找别人吧</a:t>
            </a:r>
            <a:pPr indent="0" marL="0"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52160" y="269748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情绪温度 ≥ 60 时，句子里的事实（原因）变模糊，只剩情绪词放大变红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黑屏白字：「她走了。还剩三天。」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设计意图：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让偏感性的玩家亲身体验"我只听见了一半"，而不是被告知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2 · 冲动与后果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秒倒计时。「先停一下」就混在选项里，并不显眼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impul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023360" cy="22631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限时冲动选项：班群长文 / 去办公室撂挑子 / 私聊骂人 / 先停一下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consequ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71600"/>
            <a:ext cx="4023360" cy="22631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选了冲动选项，你会看到「后来……」，然后被倒回那一刻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FFF1EC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9776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后来……</a:t>
            </a:r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消息发出去一分钟，十七个人看了。八点零三分，群里弹出一行灰字：「林可 退出了群聊」。九点，周老师私聊你：「明天上午来办公室一趟。」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3 · 暂停、回听、分类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停下来，再听一遍——「她第一句就说了原因」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51760" cy="149161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breat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651760" cy="14916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918079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暂停：世界沉入水下，跟着呼吸两轮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017520"/>
            <a:ext cx="2651760" cy="149161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re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17520"/>
            <a:ext cx="2651760" cy="14916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" y="4563999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回听：前半句清清楚楚地回来了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37560" y="1371600"/>
            <a:ext cx="3108960" cy="174879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4" name="Image 2" descr="/Users/bytedance/Desktop/complement-game/pitch/assets/c-s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371600"/>
            <a:ext cx="3108960" cy="174879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37560" y="317525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分类：事实 / 评判 / 读心术 / 灾难化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6675120" y="137160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事实只有四条</a:t>
            </a:r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，其中两条（接弟弟的时间、那条视频）是可以被解决的问题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「她太自私了」</a:t>
            </a:r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是评判；「全班都会觉得我不行」是灾难化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剧本只能被相信，问题才能被解决。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4 · 提问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车还有三分钟到，你只能问两个问题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754880" cy="267462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754880" cy="26746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0" y="137160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0" y="1371600"/>
            <a:ext cx="64008" cy="80467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41848" y="14173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问：你说要接弟弟，是从什么时候开始的？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答：上周。我奶奶住院了……我弟五点五十放学，没人接。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228600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0" y="2286000"/>
            <a:ext cx="64008" cy="80467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41848" y="23317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问：是因为大刘那个视频吗？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答：……转了四百多次。我一想到要在台上转那个身，就喘不上气。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0" y="320040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0" y="3200400"/>
            <a:ext cx="64008" cy="80467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41848" y="324612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问：你为什么不早说？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答：……说了有用吗。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486400" y="4160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问对了，原因就浮出来；问成指责，她只想快点走。问到的事实会解锁后面的选项。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5 · 镜面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现在你是陈屿。你说的每一句，小满都会「听到」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480560" cy="252031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de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480560" cy="25203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946779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镜面解码：陈屿说「换人吧」，小满听到「你那三个星期也不重要」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371600"/>
          <a:ext cx="35204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7373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陈屿说的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8F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小满听到的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5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换人吧，赵婷是替补，三天够了。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林可不重要。你那三个星期也不重要。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她早退本来就影响排练，走了反而省事。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是你选错了人。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先别急着定，会不会是排练时间的问题？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这件事可能有解。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你先坐会儿。三个星期白练谁都难受。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我看见你了，你不是一个人。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166360" y="39776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同一个意思，换一种说法，对方听到的是完全不同的东西。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09728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镜面结束时的旁白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你在核对节目单的时候，她在心里已经把节目撤了三次。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她其实想说的是——「我好慌。三个星期的心血要没了，我需要有人跟我站在一起。」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你给了她一个方案。她那时候要的，是一个同伴。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这就是这个游戏最想制造的那一声「啊」。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6 · 偏感性的人学冷静解题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冷静不是忍住，是把问题解决掉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023360" cy="22631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排序：按「卡住了谁」排，不按「哪件最难受」排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comp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71600"/>
            <a:ext cx="4023360" cy="22631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拼句：在班群发一条只有事实、安排和请求的消息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9776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一整套解题动作：</a:t>
            </a:r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先听全原话 → 情绪最高时不做决定 → 分开事实和猜测 → 问清楚 → 排出先后 → 对事不对人 → 发一条结构化的消息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时刻 7 · 偏理性的人学先看见人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捕捉到的信号，会解锁原本没有的选项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sig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023360" cy="22631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信号一闪就消失：林可低头看手机、攥紧的手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226314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signal-unlock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71600"/>
            <a:ext cx="4023360" cy="22631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36896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看见了，才有「🔍 你先坐会儿……我们一起想办法」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EEF4FD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9776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设计意图：</a:t>
            </a:r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觉察要主动。没看见的人，连共情的选项都没有——这正是偏理性的人在现实里的处境。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三个故事，都是理性与感性互相学（按推荐顺序）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6060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2606040" cy="146589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8529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校园《汇演前三天》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31363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推荐首玩 · 30 分钟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4360" y="338328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陈屿（偏理性）：先看见人，再排人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苏小满（偏感性）：情绪是警报不是导航；先排序、问清楚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合力：陈屿的方案给了节目退路，小满问出的原因给了林可回来的理由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46120" y="1325880"/>
            <a:ext cx="26060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3" name="Image 1" descr="/Users/bytedance/Desktop/complement-game/pitch/assets/w-decod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325880"/>
            <a:ext cx="2606040" cy="146589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83280" y="28529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家庭《那一周》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83280" y="31363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 分钟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383280" y="338328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弟弟林朗（偏理性）：先接情绪，再说事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姐姐林晚（偏感性）：把害怕变成问题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合力：一起替妈妈做手术决定，听见"选便宜的"背后的"我怕躺着"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035040" y="1325880"/>
            <a:ext cx="260604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8" name="Image 2" descr="/Users/bytedance/Desktop/complement-game/pitch/assets/k-fil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25880"/>
            <a:ext cx="2606040" cy="146589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72200" y="28529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职场《第一次带项目》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172200" y="31363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分钟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6172200" y="338328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赵总监（偏理性）：知道自己那句话被听成了什么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许诺（偏感性）：把批评当信息，交出能执行的方案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合力：总监的直接 + 许诺问出客户真正要的东西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每个机制本身就是一个隐喻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8" name="Image 0" descr="/Users/bytedance/Desktop/complement-game/pitch/assets/c-sig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1417320" cy="7972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057400" y="143560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信号捕捉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2304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觉察要主动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12" name="Image 1" descr="/Users/bytedance/Desktop/complement-game/pitch/assets/w-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435608"/>
            <a:ext cx="1417320" cy="7972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46320" y="143560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 + 回听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355848" y="2304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感受不等于事实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16" name="Image 2" descr="/Users/bytedance/Desktop/complement-game/pitch/assets/c-impul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35608"/>
            <a:ext cx="1417320" cy="7972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635240" y="143560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冲动 + 暂停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144768" y="2304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刺激和反应之间有空隙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0632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20" name="Image 3" descr="/Users/bytedance/Desktop/complement-game/pitch/assets/k-de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72968"/>
            <a:ext cx="1417320" cy="79724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057400" y="317296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66928" y="404164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你给的，她听到的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246120" y="30632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24" name="Image 4" descr="/Users/bytedance/Desktop/complement-game/pitch/assets/w-bod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172968"/>
            <a:ext cx="1417320" cy="7972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46320" y="317296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身体信号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3355848" y="404164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先命名，才能处理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035040" y="30632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pic>
        <p:nvPicPr>
          <p:cNvPr id="28" name="Image 5" descr="/Users/bytedance/Desktop/complement-game/pitch/assets/k-ra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172968"/>
            <a:ext cx="1417320" cy="7972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635240" y="3172968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 · 提问 · 排序 · 拼句</a:t>
            </a:r>
            <a:endParaRPr lang="en-US" sz="1150" dirty="0"/>
          </a:p>
        </p:txBody>
      </p:sp>
      <p:sp>
        <p:nvSpPr>
          <p:cNvPr id="30" name="Text 22"/>
          <p:cNvSpPr/>
          <p:nvPr/>
        </p:nvSpPr>
        <p:spPr>
          <a:xfrm>
            <a:off x="6144768" y="404164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冷静是为了解决问题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视听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漫画幻灯片式的视觉小说：按年龄与人设设计的人物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120640" cy="2462917"/>
          </a:xfrm>
          <a:prstGeom prst="rect">
            <a:avLst/>
          </a:prstGeom>
          <a:solidFill>
            <a:srgbClr val="CFDCD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hars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120640" cy="24629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8862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 岁高中生、二三十岁职场人、四十多岁的班主任和总监、六十岁的父母：头身比、眼睛、脸型、发型、服装都不同。21 个角色 × 9 种表情。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325880"/>
            <a:ext cx="2697480" cy="1517333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w-c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25880"/>
            <a:ext cx="2697480" cy="1517333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989320" y="2999232"/>
            <a:ext cx="2697480" cy="1517333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3" name="Image 2" descr="/Users/bytedance/Desktop/complement-game/pitch/assets/c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999232"/>
            <a:ext cx="2697480" cy="151733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89320" y="4571429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上：场景 + 立绘 + 对话框　下：关键转折切黑屏白字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的角色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从「选择题」到「真实表达」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37744" cy="237744"/>
          </a:xfrm>
          <a:prstGeom prst="ellipse">
            <a:avLst/>
          </a:prstGeom>
          <a:solidFill>
            <a:srgbClr val="8C88A8"/>
          </a:solidFill>
          <a:ln w="12700">
            <a:solidFill>
              <a:srgbClr val="8C88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700784"/>
            <a:ext cx="0" cy="365760"/>
          </a:xfrm>
          <a:prstGeom prst="line">
            <a:avLst/>
          </a:prstGeom>
          <a:noFill/>
          <a:ln w="19050">
            <a:solidFill>
              <a:srgbClr val="4A47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3716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现在 · P0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1371600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剧情、镜面解码、复盘全部人工精写，离线可玩、对学生安全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066544"/>
            <a:ext cx="237744" cy="237744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304288"/>
            <a:ext cx="0" cy="365760"/>
          </a:xfrm>
          <a:prstGeom prst="line">
            <a:avLst/>
          </a:prstGeom>
          <a:noFill/>
          <a:ln w="19050">
            <a:solidFill>
              <a:srgbClr val="4A47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97510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P1 自由表达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1975104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玩家自己写一句回应，AI 按评分表打分，并以角色口吻回你——能自己说出来才算学会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2670048"/>
            <a:ext cx="237744" cy="237744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2907792"/>
            <a:ext cx="0" cy="365760"/>
          </a:xfrm>
          <a:prstGeom prst="line">
            <a:avLst/>
          </a:prstGeom>
          <a:noFill/>
          <a:ln w="19050">
            <a:solidFill>
              <a:srgbClr val="4A47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25786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P2 动态镜面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0" y="2578608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对玩家自己写的那句话，生成「对方听到的」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273552"/>
            <a:ext cx="237744" cy="237744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3511296"/>
            <a:ext cx="0" cy="365760"/>
          </a:xfrm>
          <a:prstGeom prst="line">
            <a:avLst/>
          </a:prstGeom>
          <a:noFill/>
          <a:ln w="19050">
            <a:solidFill>
              <a:srgbClr val="4A47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1821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P3 自由对话关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0" y="3182112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和带隐藏情绪状态的 AI 角色自由对话一整个场景，结束后复盘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3877056"/>
            <a:ext cx="237744" cy="237744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78561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P4 你自己的场景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0" y="3785616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描述生活里的一件事，AI 生成一个对应的练习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边界：不做心理咨询、不做诊断；高风险内容固定话术引导求助；青少年内容安全过滤。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适合谁、怎么用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716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 题倾向测验 → 推荐从哪个角色开始；一章约 15 分钟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1945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课堂 / 班会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45 分钟一章 + 讨论；按测验分组选视角，玩完交换"你听到的那一句"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0175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学生干部 / 职场新人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校园篇、职场篇各对应真实岗位：文艺委员、班长、项目负责人与主管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8404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日常练习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关 × 3 分钟：给偏理性的人「读懂人心」，给偏感性的人「冷静解题」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371600"/>
            <a:ext cx="3657600" cy="205740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20" name="Image 0" descr="/Users/bytedance/Desktop/complement-game/pitch/assets/t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371600"/>
            <a:ext cx="3657600" cy="20574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029200" y="3483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全局进度条 + 目录：可直接跳到任意章的经历 / 镜面 / 倒带，方便课堂重看某一刻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可玩 Demo 已上线，下一步是验证效果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个完整故事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325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56032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个练习关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1325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个角色 × 9 表情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1325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76656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安装，浏览器即玩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我们在验证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镜面那一刻，玩家有没有"啊"的一声？（开放问卷）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偏感性的玩家会不会觉得"先停一下"是说教？（看暂停后的解题环节能否接住）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一周后，玩家在现实里用上"本周小任务"了吗？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06324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自由表达（P1）：从选择题到自己说出口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小范围试玩：学校班会 + 职场新人培训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正式插画与配乐（接口已留，可逐张替换）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扩展维度：P↔J、I↔E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5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4630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4630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你学会了另一面。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不是变成对方——是你们之间，多了一种语言。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——校园篇结局「追光」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 · AI for 人格成长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在线试玩：yuyuyuzero.github.io/overself-ai-edu-game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Overself —— AI for 人格成长</dc:title>
  <dc:subject>PptxGenJS Presentation</dc:subject>
  <dc:creator>Overself</dc:creator>
  <cp:lastModifiedBy>Overself</cp:lastModifiedBy>
  <cp:revision>1</cp:revision>
  <dcterms:created xsi:type="dcterms:W3CDTF">2026-10-24T06:31:09Z</dcterms:created>
  <dcterms:modified xsi:type="dcterms:W3CDTF">2026-10-24T06:31:09Z</dcterms:modified>
</cp:coreProperties>
</file>