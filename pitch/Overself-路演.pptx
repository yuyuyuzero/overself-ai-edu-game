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性格补全游戏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MBTI，体验另一面，补全你自己。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Overself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补全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道情境题，得到四个字母、每一维的偏向，以及你的补全方向和最像你的角色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补全你自己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补全不是把 T 变成 F，而是让你在需要的时候，也能用上另一面。Overself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测完不是结束，而是给你一个补全方向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你的补全方向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补全 F「读懂人心」；F → 补全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的补全方向一并给出（即将上线）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测试结果页：类型、维度、补全方向、推荐角色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第一组补全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补全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补全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第一次的自然反应只用来看见"你这一型的习惯"；倒带后的那个选择，是你补全出来的一种。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1B1A33"/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补全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补全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补全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补全、T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补全路线图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只是第一组，四个维度都要补全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这一边补全…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那一边补全…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补全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补全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补全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补全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补全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补全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补全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补全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分钟日常练习。测试结果页已经给出另外三维的补全方向。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补全故事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MBTI 性格补全游戏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MBTI 性格补全游戏</dc:title>
  <dc:subject>PptxGenJS Presentation</dc:subject>
  <dc:creator>Overself</dc:creator>
  <cp:lastModifiedBy>Overself</cp:lastModifiedBy>
  <cp:revision>1</cp:revision>
  <dcterms:created xsi:type="dcterms:W3CDTF">2026-10-25T05:30:39Z</dcterms:created>
  <dcterms:modified xsi:type="dcterms:W3CDTF">2026-10-25T05:30:39Z</dcterms:modified>
</cp:coreProperties>
</file>