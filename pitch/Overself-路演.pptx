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1A33">
              <a:alpha val="92000"/>
            </a:srgbClr>
          </a:solidFill>
          <a:ln w="12700">
            <a:solidFill>
              <a:srgbClr val="1B1A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123444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23444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Overself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MBTI 性格解锁游戏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测出你的 MBTI，体验另一面，解锁另一个你。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yuyuyuzero.github.io/overself-ai-edu-game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我们看到的问题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MBTI 测完了，然后呢？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「我是 INFP」「他是典型的 ESTJ」——MBTI 已经是很多人认识自己的第一种语言。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可大多数测试停在第一步：给你四个字母、一段描述，然后就结束了。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你知道自己是 T，却从没从 F 的眼睛里看过自己说的那句话。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371600"/>
          <a:ext cx="4069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1600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一般的 MBTI 测试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Overself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14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测出类型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体验另一型怎么想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只能读描述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 换到对方身上重走一遍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把另一面练出来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—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 倒带重来 + 本周小任务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产品概念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三步：测 → 体验 → 解锁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00200"/>
            <a:ext cx="731520" cy="731520"/>
          </a:xfrm>
          <a:prstGeom prst="ellipse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01752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测出你的类型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道情境题，得到四个字母、每一维的偏向，以及你的解锁方向和最像你的角色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4612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1600200"/>
            <a:ext cx="731520" cy="731520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验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80644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7472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体验另一面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47472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以和你同型的角色走进真实故事，再切到相反类型的人身上。同一句话，你先当说的人，再当听的人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3504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1600200"/>
            <a:ext cx="731520" cy="731520"/>
          </a:xfrm>
          <a:prstGeom prst="ellipse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6364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解锁另一个你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26364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倒带回到那一刻换一种做法；带走技能卡和本周小任务，把不常用的那一面也练出来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解锁不是把 T 变成 F：另一面本来就在你身上，只是还没打开。Overself = 越过习惯的自己。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第一步 · 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测完不是结束，而是给你一个解锁方向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道情境题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：E/I、S/N、J/P 各 5 题，T/F 7 题；每维奇数题，不会打平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四个字母 + 维度条形图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：两边很接近时，提示「两种方式你都常用」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你的解锁方向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：T → 解锁 F「读懂人心」；F → 解锁 T「冷静解题」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最像你的角色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：六个主角各有 MBTI，按字母重合度推荐你从谁开始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另外三维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：E/I、S/N、J/P 的解锁方向一并给出（即将上线）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80560" y="1371600"/>
            <a:ext cx="4206240" cy="236601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9" name="Image 0" descr="/Users/bytedance/Desktop/complement-game/pitch/assets/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371600"/>
            <a:ext cx="4206240" cy="236601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480560" y="379247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测试结果页：类型、维度、解锁方向、推荐角色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第一组解锁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与 F：道理都懂，那一刻只会用习惯的一面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402336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54480"/>
            <a:ext cx="36118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型（思考）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长处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冷静、讲道理、会解决问题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卡点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道理都对，却读不懂人心；方案给早了，被听成冷漠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那一刻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同学说「我不跳了」，ISTJ 的班长脱口而出：「那就换人吧。」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 解锁 F · 读懂人心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371600"/>
            <a:ext cx="402336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554480"/>
            <a:ext cx="36118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 型（情感）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长处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敏锐、体贴、懂别人的感受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卡点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感受很深，却被情绪带着走；情绪最高时做了收不回的决定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那一刻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ENFP 的文艺委员只听见「不跳了」，掏出手机就要往 48 人的班群发长文。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 解锁 T · 冷静解题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第二步 · 体验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每一章都是同一个循环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234440" y="1783080"/>
            <a:ext cx="1188720" cy="0"/>
          </a:xfrm>
          <a:prstGeom prst="line">
            <a:avLst/>
          </a:prstGeom>
          <a:noFill/>
          <a:ln w="19050">
            <a:solidFill>
              <a:srgbClr val="4A477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经历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以和你同型的角色进入故事，用你习惯的方式做选择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0" y="1463040"/>
            <a:ext cx="640080" cy="640080"/>
          </a:xfrm>
          <a:prstGeom prst="ellipse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337560" y="1783080"/>
            <a:ext cx="1188720" cy="0"/>
          </a:xfrm>
          <a:prstGeom prst="line">
            <a:avLst/>
          </a:prstGeom>
          <a:noFill/>
          <a:ln w="19050">
            <a:solidFill>
              <a:srgbClr val="4A477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56032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56032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切到相反类型的人身上重走一遍。你说的每句话，屏幕上都会浮出「对方听到的」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1463040"/>
            <a:ext cx="640080" cy="640080"/>
          </a:xfrm>
          <a:prstGeom prst="ellipse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440680" y="1783080"/>
            <a:ext cx="1188720" cy="0"/>
          </a:xfrm>
          <a:prstGeom prst="line">
            <a:avLst/>
          </a:prstGeom>
          <a:noFill/>
          <a:ln w="19050">
            <a:solidFill>
              <a:srgbClr val="4A4770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66344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66344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时间回到关键那一刻，换一种做法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1463040"/>
            <a:ext cx="640080" cy="640080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76656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复盘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76656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并排看「第一次」与「倒带后」，收技能卡，领本周小任务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2C2A4A"/>
          </a:solidFill>
          <a:ln w="12700">
            <a:solidFill>
              <a:srgbClr val="2C2A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9319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倒带不扣分。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第一次的自然反应只用来看见"你这一型的习惯"；倒带后的那个选择，是你解锁出来的一种。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一段真实体验 · 校园篇《汇演前三天》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领舞说「不跳了」——ENFP 和 ISTJ 各自卡住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206240" cy="236601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206240" cy="236601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79247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情绪滤镜：情绪最高时，原因（前半句）被模糊掉了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37760" y="1444752"/>
            <a:ext cx="292608" cy="292608"/>
          </a:xfrm>
          <a:prstGeom prst="ellipse">
            <a:avLst/>
          </a:prstGeom>
          <a:solidFill>
            <a:srgbClr val="4A8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937760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49240" y="13716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情绪滤镜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小满（ENFP）只听见「不跳了、找别人吧」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37760" y="199339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37760" y="1993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349240" y="19202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冲动 6 秒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班群长文 / 撂挑子 / 私聊骂人；选了就看见后果，再被倒回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937760" y="2542032"/>
            <a:ext cx="292608" cy="292608"/>
          </a:xfrm>
          <a:prstGeom prst="ellipse">
            <a:avLst/>
          </a:prstGeom>
          <a:solidFill>
            <a:srgbClr val="4A8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37760" y="2542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349240" y="24688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暂停 · 回听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「她第一句就说了原因」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937760" y="309067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937760" y="3090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349240" y="30175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分类 · 提问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分开事实和剧本；车来前只能问两个问题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937760" y="3639312"/>
            <a:ext cx="292608" cy="292608"/>
          </a:xfrm>
          <a:prstGeom prst="ellipse">
            <a:avLst/>
          </a:prstGeom>
          <a:solidFill>
            <a:srgbClr val="6B5BD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37760" y="3639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349240" y="35661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换成陈屿（ISTJ）：「换人吧」被听成「你那三个星期也不重要」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937760" y="418795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37760" y="4187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349240" y="41148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排序 · 拼句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按「卡住了谁」排先后；给班群发一条只有事实和安排的消息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核心时刻 · 镜面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说的，和 F 听到的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陈屿（ISTJ）说的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8F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小满（ENFP）听到的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C5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换人吧，赵婷是替补，三天够了。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林可不重要。你那三个星期也不重要。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她早退本来就影响排练，走了反而省事。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是你选错了人。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先别急着定，会不会是排练时间的问题？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这件事可能有解。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你先坐会儿。三个星期白练谁都难受。我们一起想办法。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我看见你了，你不是一个人。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303520" y="1371600"/>
            <a:ext cx="3383280" cy="2743200"/>
          </a:xfrm>
          <a:prstGeom prst="rect">
            <a:avLst/>
          </a:prstGeom>
          <a:solidFill>
            <a:srgbClr val="1B1A33"/>
          </a:solidFill>
          <a:ln w="12700">
            <a:solidFill>
              <a:srgbClr val="1B1A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0" y="150876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镜面结束时的旁白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她其实想说的是——「我好慌。三个星期的心血要没了，我需要有人跟我站在一起。」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你给了她一个方案。她那时候要的，是一个同伴。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4251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这就是这个游戏最想制造的那一声「啊」。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第三步 · 解锁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冷静不是忍住，共情不是附和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402336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解锁 F · 读懂人心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011680"/>
            <a:ext cx="3611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看见信号：低头、攥紧的手、躲开的视线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先接住情绪，再说事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知道自己那句话会被听成什么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情绪也是事实，也是要处理的问题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371600"/>
            <a:ext cx="402336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 解锁 T · 冷静解题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92040" y="2011680"/>
            <a:ext cx="3611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先听全原话，情绪最高时不做决定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分开事实、评判、读心术、灾难化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先问清楚，再下判断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按「卡住了谁」排先后，对事不对人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发一条事实 + 安排 + 请求的消息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三个故事，六个主角，每人都有自己的 MBTI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2606040" cy="73152"/>
          </a:xfrm>
          <a:prstGeom prst="rect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校园《汇演前三天》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推荐首玩 · 30 分钟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元旦汇演前三天，领舞突然说不跳了。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陈屿 ISTJ：先看见人，再排人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苏小满 ENFP：情绪是警报不是导航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371600"/>
            <a:ext cx="260604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42900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家庭《那一周》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2900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60 分钟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2900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妈妈摔倒骨折，一对性格相反的姐弟在医院的七天。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弟弟林朗 ISTP：先接情绪，再说事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姐姐林晚 ESFJ：把害怕变成问题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371600"/>
            <a:ext cx="260604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21792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职场《第一次带项目》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 分钟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上线前一周客户改需求，总监当众问：「这个排期是谁拍的脑袋？」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赵总监 ENTJ：知道自己那句话被听成了什么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许诺 INFP：把批评当信息，交出能执行的方案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浏览器即玩：漫画幻灯片式的视觉小说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4114800" cy="231457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114800" cy="231457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695319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首页：测 → 体验 → 解锁、T 与 F、三个故事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325880"/>
            <a:ext cx="3931920" cy="221170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1" name="Image 1" descr="/Users/bytedance/Desktop/complement-game/pitch/assets/c-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25880"/>
            <a:ext cx="3931920" cy="221170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3592449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镜面解码：「对方听到的」浮在画面上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 个按年龄与人设设计的角色 × 9 种表情 · 21 张场景 · 程序化音乐音效 · 全局进度条与目录，课堂可直接跳到某一刻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解锁路线图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T/F 只是第一组，四个维度都要解锁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834640"/>
                <a:gridCol w="2834640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维度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这一边解锁…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那一边解锁…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状态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 / F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 解锁 F · 读懂人心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F 解锁 T · 冷静解题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✅ 已上线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 / I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 解锁 I · 安静地听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 解锁 E · 迈出第一句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下一组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 / P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 解锁 P · 拥抱计划外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 解锁 J · 学会做计划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规划中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 / N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 解锁 N · 看见可能性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 解锁 S · 落到细节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规划中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每一维都用同一套方法：找到两边各自「那一刻」的卡点 → 写一个双视角故事 → 配一组 3 分钟日常练习。测试结果页已经给出另外三维的解锁方向。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落地与现状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可玩 Demo 已上线，下一步是验证效果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题 MBTI 测试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56032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个完整故事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6344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6344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个练习关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76656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6656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安装，浏览器即玩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怎么用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个人：测完 MBTI 直接进故事，一章约 15 分钟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朋友 / 情侣 / 团队：T 和 F 各玩一边，再交换「你听到的那一句」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班会、新人培训：按 T/F 分组选视角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4612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在验证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4612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测完之后，愿不愿意继续玩故事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镜面那一刻，有没有那一声「啊」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一周后，有没有用上「本周小任务」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03504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E/I 解锁故事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小范围试玩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测试结果分享卡，带来新玩家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46304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你学会了另一面。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不是变成对方——是你们之间，多了一种语言。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——校园篇结局「追光」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Overself · MBTI 性格解锁游戏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2793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在线试玩：yuyuyuzero.github.io/overself-ai-edu-game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Overself —— MBTI 性格解锁游戏</dc:title>
  <dc:subject>PptxGenJS Presentation</dc:subject>
  <dc:creator>Overself</dc:creator>
  <cp:lastModifiedBy>Overself</cp:lastModifiedBy>
  <cp:revision>1</cp:revision>
  <dcterms:created xsi:type="dcterms:W3CDTF">2026-10-25T07:14:45Z</dcterms:created>
  <dcterms:modified xsi:type="dcterms:W3CDTF">2026-10-25T07:14:45Z</dcterms:modified>
</cp:coreProperties>
</file>